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0"/>
            <a:ext cx="6400800" cy="64008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3657600"/>
            <a:ext cx="2743200" cy="27432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0" y="457200"/>
            <a:ext cx="1828800" cy="1828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280160"/>
            <a:ext cx="50292" cy="384048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1280160"/>
            <a:ext cx="36576" cy="3840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234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FF6A00"/>
                </a:solidFill>
              </a:rPr>
              <a:t>SLM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Plateforme E-Commerce de Luxe — Parfums &amp; Collections Exclusives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937760"/>
            <a:ext cx="201168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651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Full-Stack Web</a:t>
            </a:r>
          </a:p>
        </p:txBody>
      </p:sp>
      <p:sp>
        <p:nvSpPr>
          <p:cNvPr id="23" name="Oval 22"/>
          <p:cNvSpPr/>
          <p:nvPr/>
        </p:nvSpPr>
        <p:spPr>
          <a:xfrm>
            <a:off x="2926080" y="4937760"/>
            <a:ext cx="2011680" cy="4572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9651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A00"/>
                </a:solidFill>
              </a:rPr>
              <a:t>Bot IA Intégré</a:t>
            </a:r>
          </a:p>
        </p:txBody>
      </p:sp>
      <p:sp>
        <p:nvSpPr>
          <p:cNvPr id="25" name="Oval 24"/>
          <p:cNvSpPr/>
          <p:nvPr/>
        </p:nvSpPr>
        <p:spPr>
          <a:xfrm>
            <a:off x="5074920" y="4937760"/>
            <a:ext cx="2011680" cy="4572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49651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PWA / 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Étudiant : [Votre Nom]  ·  Promotion 2024–2025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Plan de la présentation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417320"/>
            <a:ext cx="5394960" cy="749808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1417320"/>
            <a:ext cx="64008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" y="1540764"/>
            <a:ext cx="502920" cy="5029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15453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157276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Vue d'ensemble du projet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417320"/>
            <a:ext cx="5394960" cy="749808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64008" cy="7498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43700" y="1540764"/>
            <a:ext cx="502920" cy="5029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15453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57276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377440"/>
            <a:ext cx="5394960" cy="749808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2377440"/>
            <a:ext cx="64008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1540" y="2500884"/>
            <a:ext cx="502920" cy="5029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25054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253288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Interface &amp;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377440"/>
            <a:ext cx="5394960" cy="749808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2377440"/>
            <a:ext cx="64008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43700" y="2500884"/>
            <a:ext cx="502920" cy="5029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25054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53288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Catalogue produits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337560"/>
            <a:ext cx="5394960" cy="749808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3337560"/>
            <a:ext cx="64008" cy="7498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1540" y="3461004"/>
            <a:ext cx="502920" cy="5029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34655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349300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Panier &amp; Commandes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337560"/>
            <a:ext cx="5394960" cy="749808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3337560"/>
            <a:ext cx="64008" cy="7498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43700" y="3461004"/>
            <a:ext cx="502920" cy="5029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8272" y="34655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5F7"/>
                </a:solidFill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349300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Bot SLM Oracle IA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297680"/>
            <a:ext cx="5394960" cy="749808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" y="4297680"/>
            <a:ext cx="64008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91540" y="4421124"/>
            <a:ext cx="502920" cy="5029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" y="44256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3040" y="445312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Stocks &amp; Analytics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297680"/>
            <a:ext cx="5394960" cy="749808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297680"/>
            <a:ext cx="64008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743700" y="4421124"/>
            <a:ext cx="502920" cy="5029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48272" y="44256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445312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Programme Elite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5257800"/>
            <a:ext cx="5394960" cy="749808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" y="5257800"/>
            <a:ext cx="64008" cy="7498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91540" y="5381244"/>
            <a:ext cx="502920" cy="5029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2" y="53858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A00"/>
                </a:solidFill>
              </a:rPr>
              <a:t>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541324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PWA &amp; Service Worker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5257800"/>
            <a:ext cx="5394960" cy="749808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92240" y="5257800"/>
            <a:ext cx="6400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743700" y="5381244"/>
            <a:ext cx="502920" cy="5029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48272" y="53858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541324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Technologies &amp; Bilan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VUE D'ENSEMBLE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SLM Market — une boutique de luxe 100% numérique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SLM Market est une Single Page Application (SPA) de vente de parfums de luxe. Développée de A à Z, elle intègre un frontend avancé, un backend Node.js, un bot IA et une expérience utilisateur digne des plus grandes enseignes.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377440"/>
            <a:ext cx="2560320" cy="2834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2377440"/>
            <a:ext cx="2560320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63039" y="2468879"/>
            <a:ext cx="822960" cy="82296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2487168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337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E-Commerce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3913632"/>
            <a:ext cx="1097280" cy="3657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23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CA3AF"/>
                </a:solidFill>
              </a:rPr>
              <a:t>Catalogue 60+ produits,
panier, wishlist, checkout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79" y="2377440"/>
            <a:ext cx="2560320" cy="2834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79" y="2377440"/>
            <a:ext cx="25603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51959" y="2468879"/>
            <a:ext cx="822960" cy="82296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2487168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337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Bot Oracle 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3913632"/>
            <a:ext cx="10972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023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CA3AF"/>
                </a:solidFill>
              </a:rPr>
              <a:t>5 modes intelligents :
négociation, conseils…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377440"/>
            <a:ext cx="2560320" cy="2834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2377440"/>
            <a:ext cx="25603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40880" y="2468879"/>
            <a:ext cx="822960" cy="82296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2487168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337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Inventaire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913632"/>
            <a:ext cx="10972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023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CA3AF"/>
                </a:solidFill>
              </a:rPr>
              <a:t>Stock temps réel,
badges et alertes auto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19" y="2377440"/>
            <a:ext cx="2560320" cy="2834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19" y="237744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29800" y="2468879"/>
            <a:ext cx="822960" cy="82296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9799" y="2487168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59" y="3337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Elite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92640" y="3913632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59" y="4023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CA3AF"/>
                </a:solidFill>
              </a:rPr>
              <a:t>4 statuts, points,
avantages exclusifs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Stack complet — du navigateur au serveur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417320"/>
            <a:ext cx="10881360" cy="10058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1417320"/>
            <a:ext cx="64008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59" y="1645920"/>
            <a:ext cx="548640" cy="54864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NAVIGATEUR / 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19476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HTML5  ·  CSS3 (Grid + Flexbox + variables)  ·  JavaScript ES6+  ·  Font Awesome  ·  Google Fonts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651760"/>
            <a:ext cx="10881360" cy="10058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2651760"/>
            <a:ext cx="64008" cy="10058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59" y="2880360"/>
            <a:ext cx="548640" cy="54864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28529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A00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A00"/>
                </a:solidFill>
              </a:rPr>
              <a:t>SERVEUR / 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1821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Node.js  ·  Express.js (REST API)  ·  Middlewares auth  ·  Multer (upload fichiers)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886200"/>
            <a:ext cx="10881360" cy="10058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388620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59" y="4114800"/>
            <a:ext cx="548640" cy="54864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087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39776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BASE DE DONNÉES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441655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MongoDB  ·  Mongoose (schémas, validation)  ·  Collections : products, users, orders, sessions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5120640"/>
            <a:ext cx="10881360" cy="10058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512064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2959" y="5349240"/>
            <a:ext cx="548640" cy="54864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5321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PWA / OFFLINE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565099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Service Worker  ·  Cache API  ·  Web Manifest  ·  Notifications push  ·  localStorage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INTERFACE &amp;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Une expérience visuelle premium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417320"/>
            <a:ext cx="3566160" cy="21945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1417320"/>
            <a:ext cx="356616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167335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16733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SPA Mono-fichier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2402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Toute l'app dans un seul
HTML — navigation
sans rechargement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3128" y="1417320"/>
            <a:ext cx="3566160" cy="21945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53128" y="1417320"/>
            <a:ext cx="3566160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90288" y="1645920"/>
            <a:ext cx="731520" cy="7315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167335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16733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A00"/>
                </a:solidFill>
              </a:rPr>
              <a:t>Responsive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22402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Grid CSS adaptatif
Mobile / Tablette /
Bureau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1896" y="1417320"/>
            <a:ext cx="3566160" cy="21945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11896" y="141732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49056" y="1645920"/>
            <a:ext cx="731520" cy="7315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4" y="167335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16733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Animations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4776" y="22402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Keyframes, slide-in
de modals, bounce
des messages bot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840480"/>
            <a:ext cx="3566160" cy="21945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3840480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069080"/>
            <a:ext cx="731520" cy="7315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0965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4096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QuickView Drag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66344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Modal produit
déplaçable par
glisser-déposer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3128" y="3840480"/>
            <a:ext cx="3566160" cy="21945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53128" y="3840480"/>
            <a:ext cx="35661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90288" y="4069080"/>
            <a:ext cx="731520" cy="7315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08576" y="40965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🎛️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76088" y="4096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Sélecteurs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36008" y="466344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Taille, couleur et
ml (30/50/100/200)
prix mis à jour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11896" y="3840480"/>
            <a:ext cx="3566160" cy="21945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11896" y="3840480"/>
            <a:ext cx="35661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49056" y="4069080"/>
            <a:ext cx="731520" cy="73152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67344" y="40965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4856" y="4096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Toasts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94776" y="466344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Notifications
non-bloquantes
pour chaque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CATALOGUE PRODUITS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Plus de 60 références de luxe — 8 maisons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417320"/>
            <a:ext cx="2560320" cy="20574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1417320"/>
            <a:ext cx="64008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645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331720"/>
            <a:ext cx="1371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8 refs  ·  105K–135K FCFA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1417320"/>
            <a:ext cx="2560320" cy="20574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79" y="1417320"/>
            <a:ext cx="64008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1645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331720"/>
            <a:ext cx="1371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7 refs  ·  195K–280K FCFA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417320"/>
            <a:ext cx="2560320" cy="20574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1417320"/>
            <a:ext cx="64008" cy="2057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645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TOM FORD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33172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9 refs  ·  180K–260K FCFA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19" y="1417320"/>
            <a:ext cx="2560320" cy="20574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61119" y="1417320"/>
            <a:ext cx="64008" cy="2057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3999" y="1645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BACCARAT ROUGE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3999" y="2331720"/>
            <a:ext cx="13716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3999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3 refs  ·  195K–350K FCFA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749039"/>
            <a:ext cx="2560320" cy="20574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" y="3749039"/>
            <a:ext cx="64008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7763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LOUIS VUITTON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846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10 refs  ·  200K–250K FCFA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749039"/>
            <a:ext cx="2560320" cy="20574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83279" y="3749039"/>
            <a:ext cx="64008" cy="2057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397763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MAISON M.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466344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4846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4 refs  ·  85K–120K FCFA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749039"/>
            <a:ext cx="2560320" cy="20574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72200" y="3749039"/>
            <a:ext cx="64008" cy="20574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397763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YSL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663440"/>
            <a:ext cx="1371600" cy="3657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4846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3 refs  ·  90K–130K FCFA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19" y="3749039"/>
            <a:ext cx="2560320" cy="20574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61119" y="3749039"/>
            <a:ext cx="64008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3999" y="397763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3999" y="4663440"/>
            <a:ext cx="1371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3999" y="4846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Xerjoff, Clive Christian…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35508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A00"/>
                </a:solidFill>
              </a:rPr>
              <a:t>Badges auto  🔥 TENDANCE  ·  💎 RARE  ·  ✨ NOUVEAU  ·  ÉPUISÉ  ·  LIMITÉ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PANIER &amp; COMMANDES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De la sélection au paiement en 5 étapes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240280"/>
            <a:ext cx="365760" cy="36576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1755648"/>
            <a:ext cx="1005840" cy="1005840"/>
          </a:xfrm>
          <a:prstGeom prst="ellipse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1783080"/>
            <a:ext cx="118872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1801368"/>
            <a:ext cx="914400" cy="914400"/>
          </a:xfrm>
          <a:prstGeom prst="ellipse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182880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9718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Sélection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5204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Taille · Couleur
+ Contenance 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2240280"/>
            <a:ext cx="365760" cy="36576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00400" y="1755648"/>
            <a:ext cx="1005840" cy="1005840"/>
          </a:xfrm>
          <a:prstGeom prst="ellipse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1783080"/>
            <a:ext cx="1188720" cy="9601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46120" y="1801368"/>
            <a:ext cx="914400" cy="914400"/>
          </a:xfrm>
          <a:prstGeom prst="ellipse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182880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A00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29718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Panier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5204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Sidebar glissante
quantités éditables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60" y="2240280"/>
            <a:ext cx="365760" cy="36576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86400" y="1755648"/>
            <a:ext cx="1005840" cy="1005840"/>
          </a:xfrm>
          <a:prstGeom prst="ellipse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94959" y="1783080"/>
            <a:ext cx="118872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32120" y="1801368"/>
            <a:ext cx="914400" cy="914400"/>
          </a:xfrm>
          <a:prstGeom prst="ellipse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182880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59" y="29718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Checkout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59" y="35204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Formulaire livraison
validation complète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2240280"/>
            <a:ext cx="365760" cy="36576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72400" y="1755648"/>
            <a:ext cx="1005840" cy="1005840"/>
          </a:xfrm>
          <a:prstGeom prst="ellipse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80960" y="1783080"/>
            <a:ext cx="118872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18120" y="1801368"/>
            <a:ext cx="914400" cy="914400"/>
          </a:xfrm>
          <a:prstGeom prst="ellipse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182880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29718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Paiement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35204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Mobile Money
virement bancaire</a:t>
            </a:r>
          </a:p>
        </p:txBody>
      </p:sp>
      <p:sp>
        <p:nvSpPr>
          <p:cNvPr id="47" name="Oval 46"/>
          <p:cNvSpPr/>
          <p:nvPr/>
        </p:nvSpPr>
        <p:spPr>
          <a:xfrm>
            <a:off x="10058400" y="1755648"/>
            <a:ext cx="1005840" cy="1005840"/>
          </a:xfrm>
          <a:prstGeom prst="ellipse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66960" y="1783080"/>
            <a:ext cx="118872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04120" y="1801368"/>
            <a:ext cx="914400" cy="914400"/>
          </a:xfrm>
          <a:prstGeom prst="ellipse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182880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29718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Confirmation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38360" y="35204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Récap + points
Elite crédités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4846320"/>
            <a:ext cx="256032" cy="25603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" y="47548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</a:rPr>
              <a:t>Prix ajusté selon ml (30ml = ×0.5 · 200ml = ×1.65)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846320"/>
            <a:ext cx="256032" cy="25603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0" y="47548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</a:rPr>
              <a:t>Réservation stock temps réel dès l'ajout panier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5486400"/>
            <a:ext cx="256032" cy="25603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" y="5394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</a:rPr>
              <a:t>Gestion des variantes (taille + couleur + ml) par ligne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486400"/>
            <a:ext cx="256032" cy="25603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66560" y="5394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</a:rPr>
              <a:t>Codes promo intégrés — sauvegardés en localStorage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BOT SLM ORACLE 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Assistant intelligent multi-mode — 5 fonctionnalités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417320"/>
            <a:ext cx="2103120" cy="347472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417320"/>
            <a:ext cx="210312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19" y="1623060"/>
            <a:ext cx="868680" cy="86868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162763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560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A855F7"/>
                </a:solidFill>
              </a:rPr>
              <a:t>NÉGOCIER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3108960"/>
            <a:ext cx="109728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2004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Simulation d'une négociation avec
le fournisseur. Délais réalistes,
reductions jusqu'à –25%.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1417320"/>
            <a:ext cx="2103120" cy="347472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88920" y="1417320"/>
            <a:ext cx="21031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06139" y="1623060"/>
            <a:ext cx="868680" cy="86868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7" y="162763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2560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</a:rPr>
              <a:t>MARCHÉ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39" y="3108960"/>
            <a:ext cx="10972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98648" y="32004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Analyse comparative : Amazon,
Alibaba, marchés d'Abidjan.
Tendances et économies.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1417320"/>
            <a:ext cx="2103120" cy="347472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0" y="1417320"/>
            <a:ext cx="2103120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37860" y="1623060"/>
            <a:ext cx="868680" cy="86868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79007" y="162763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2560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6A00"/>
                </a:solidFill>
              </a:rPr>
              <a:t>CONSEILLER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23559" y="3108960"/>
            <a:ext cx="1097280" cy="3657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0368" y="32004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Recommandations : alternatives,
bundles –10%, produits
tendance par profil.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59" y="1417320"/>
            <a:ext cx="2103120" cy="347472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52359" y="1417320"/>
            <a:ext cx="210312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69579" y="1623060"/>
            <a:ext cx="868680" cy="86868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0727" y="162763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799" y="2560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F4444"/>
                </a:solidFill>
              </a:rPr>
              <a:t>OFFRES FLASH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79" y="3108960"/>
            <a:ext cx="10972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62087" y="32004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Réductions limitées avec
compte à rebours.
Codes promo localStorage.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84080" y="1417320"/>
            <a:ext cx="2103120" cy="347472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84080" y="1417320"/>
            <a:ext cx="21031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401300" y="1623060"/>
            <a:ext cx="868680" cy="86868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42448" y="162763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19" y="2560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87000" y="310896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93807" y="32004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Astuces fidélité, parrainage
+500 FCFA, meilleur moment
d'achat, retour 7j.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A00"/>
                </a:solidFill>
              </a:rPr>
              <a:t>🖱 Glisser-déposer  ·  ← Retour visible  ·  Taille compacte 310px  ·  Support tactile mobile  ·  Timers nettoyés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GESTION DES STOCKS &amp; ANALYTICS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Inventaire temps réel et moteur de données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417320"/>
            <a:ext cx="5394960" cy="15087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1417320"/>
            <a:ext cx="6400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659" y="1828800"/>
            <a:ext cx="685800" cy="6858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Inventory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103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Classe JS dédiée. Réserve le stock à
l'ajout, le libère à l'annulation.
En stock / Faible / Épuisé.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08960"/>
            <a:ext cx="5394960" cy="15087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108960"/>
            <a:ext cx="64008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8659" y="3520440"/>
            <a:ext cx="685800" cy="6858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37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246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Alertes visuelles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7947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Indicateur coloré sur chaque carte.
Badge rouge ÉPUISÉ, jaune Faible stock.
Bouton panier désactivé si stock = 0.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00600"/>
            <a:ext cx="5394960" cy="15087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800600"/>
            <a:ext cx="64008" cy="150876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8659" y="5212080"/>
            <a:ext cx="685800" cy="6858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029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4937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Sync multi-vues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86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Stock partagé : carte produit, QuickView
et bot Oracle IA — mis à jour
instantanément après chaque action.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417320"/>
            <a:ext cx="5394960" cy="15087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1417320"/>
            <a:ext cx="64008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23660" y="1828800"/>
            <a:ext cx="685800" cy="6858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2103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Suivi de chaque interaction : vues,
ajouts panier, achats. 100 derniers
événements en localStorage.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108960"/>
            <a:ext cx="5394960" cy="15087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108960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23660" y="3520440"/>
            <a:ext cx="685800" cy="6858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3337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3246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Profil 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7947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L'AIEngine construit un profil par
catégorie. Recommande les produits
non vus de la catégorie favorite.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800600"/>
            <a:ext cx="5394960" cy="15087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4800600"/>
            <a:ext cx="6400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23660" y="5212080"/>
            <a:ext cx="685800" cy="6858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28232" y="5029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4937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Métriques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486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Score d'engagement, catégories préférées,
panier moyen, temps de session.
Personnalisation de l'affichage.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PROGRAMME ELITE &amp; FIDÉLITÉ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4 statuts exclusifs — 1 pt par 1 000 FCFA dépensé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417320"/>
            <a:ext cx="2560320" cy="36576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1417320"/>
            <a:ext cx="2560320" cy="6400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79" y="1737360"/>
            <a:ext cx="1097280" cy="109728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1783080"/>
            <a:ext cx="1143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71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CA3AF"/>
                </a:solidFill>
              </a:rPr>
              <a:t>SILVER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520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0 – 4 999 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005072"/>
            <a:ext cx="1645920" cy="3657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Accès offres flash
Livraison standard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79" y="1417320"/>
            <a:ext cx="2560320" cy="36576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79" y="141732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14800" y="1737360"/>
            <a:ext cx="1097280" cy="109728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96511" y="1783080"/>
            <a:ext cx="1143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2971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GOLD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520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5 000 – 14 999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79" y="4005072"/>
            <a:ext cx="1645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–5% sur achats
Livraison prioritaire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417320"/>
            <a:ext cx="2560320" cy="36576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1417320"/>
            <a:ext cx="2560320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03720" y="1737360"/>
            <a:ext cx="1097280" cy="109728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85432" y="1783080"/>
            <a:ext cx="1143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971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A00"/>
                </a:solidFill>
              </a:rPr>
              <a:t>PLATINUM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520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15 000 – 29 999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4005072"/>
            <a:ext cx="1645920" cy="36576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–10% permanent
Accessoires offerts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19" y="1417320"/>
            <a:ext cx="2560320" cy="365760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19" y="1417320"/>
            <a:ext cx="256032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92640" y="1737360"/>
            <a:ext cx="1097280" cy="109728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74351" y="1783080"/>
            <a:ext cx="1143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59" y="2971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855F7"/>
                </a:solidFill>
              </a:rPr>
              <a:t>DIAMOND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59" y="3520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30 000 pts 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19" y="4005072"/>
            <a:ext cx="164592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59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Accès VIP
Consultant dédié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30936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CA3AF"/>
                </a:solidFill>
              </a:rPr>
              <a:t>Points sauvegardés en localStorage  ·  Affichage dans le header  ·  Historique des transactions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PWA &amp; SERVICE WORKER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SLM Market — installable comme une application native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417320"/>
            <a:ext cx="5486400" cy="21945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1417320"/>
            <a:ext cx="64008" cy="2194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2057400"/>
            <a:ext cx="914400" cy="9144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1031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16002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Installation 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2148840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Grâce au manifest.json, l'utilisateur installe SLM Market sur son téléphone ou son bureau comme une vraie app. Icône personnalisée, plein écran, couleur de thème.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417320"/>
            <a:ext cx="5486400" cy="21945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417320"/>
            <a:ext cx="64008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7960" y="2057400"/>
            <a:ext cx="914400" cy="9144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1031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16002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Mode hors-ligne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148840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Le Service Worker intercepte toutes les requêtes. Il met en cache HTML, CSS, JS et images dès la 1ère visite. La boutique reste accessible sans connexion internet.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840480"/>
            <a:ext cx="5486400" cy="21945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3840480"/>
            <a:ext cx="64008" cy="219456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4480560"/>
            <a:ext cx="914400" cy="9144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5262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19" y="40233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A00"/>
                </a:solidFill>
              </a:rPr>
              <a:t>Stratégie de cache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19" y="4572000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Cache-first pour les ressources statiques, network-first pour l'API. Mise à jour automatique du cache à chaque nouvelle version déployée.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840480"/>
            <a:ext cx="5486400" cy="21945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384048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37960" y="4480560"/>
            <a:ext cx="914400" cy="9144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5262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40233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Notifications push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572000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API Web Notifications pour alerter l'utilisateur : nouveau produit, offre flash expirante, mise à jour de livraison en temps réel.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411480"/>
            <a:ext cx="5029200" cy="50292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0"/>
            <a:ext cx="1828800" cy="18288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800600"/>
            <a:ext cx="2286000" cy="22860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TECHNOLOGIES UTILISÉES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914400"/>
            <a:ext cx="2560320" cy="502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914400"/>
            <a:ext cx="18288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Stack moderne du navigateur au serveur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417320"/>
            <a:ext cx="3611880" cy="47091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1417320"/>
            <a:ext cx="36118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148840"/>
            <a:ext cx="1828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0116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HTML5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3591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Structure sémantique complète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962656"/>
            <a:ext cx="1828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82549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CSS3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1729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Grid, Flexbox, variables, keyframes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776472"/>
            <a:ext cx="1828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6393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JavaScript ES6+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98678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Classes, async/await, modules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0288"/>
            <a:ext cx="1828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4531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Font Awesome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8006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Bibliothèque d'icônes vectorielles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404104"/>
            <a:ext cx="1828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2669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Google Fonts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6144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Playfair Display + DM Sans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1417320"/>
            <a:ext cx="3611880" cy="47091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1417320"/>
            <a:ext cx="3611880" cy="4572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2148840"/>
            <a:ext cx="182880" cy="18288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20116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Node.js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23591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Runtime JavaScript côté serveur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2962656"/>
            <a:ext cx="182880" cy="18288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282549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Express.js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31729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Framework REST API complet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3776472"/>
            <a:ext cx="182880" cy="18288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6393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398678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Base de données NoSQL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4590288"/>
            <a:ext cx="182880" cy="18288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4531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Mongoose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48006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ODM, schémas et validation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17720" y="5404104"/>
            <a:ext cx="182880" cy="18288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0" y="52669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JWT + bcryptjs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56144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Auth sécurisée par token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20" y="1417320"/>
            <a:ext cx="3611880" cy="470916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417320"/>
            <a:ext cx="36118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OUTILS &amp; EXTRAS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58200" y="2148840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78240" y="20116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 + GitHub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23591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Versioning et collaboration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58200" y="2962656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0" y="282549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npm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31729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Gestionnaire de paquets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58200" y="3776472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0" y="36393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Service Worker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0" y="398678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Cache offline + PWA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58200" y="4590288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0" y="44531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localStorage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8240" y="48006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Persistance côté client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58200" y="5404104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78240" y="52669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python-pptx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78240" y="56144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Génération de cette présentation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F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657600" cy="548640"/>
          </a:xfrm>
          <a:prstGeom prst="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31352" y="0"/>
            <a:ext cx="3657600" cy="548640"/>
          </a:xfrm>
          <a:prstGeom prst="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914400"/>
            <a:ext cx="365760" cy="36576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81460" y="5257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79" y="6080759"/>
            <a:ext cx="274320" cy="27432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45719"/>
            <a:ext cx="6858000" cy="6858000"/>
          </a:xfrm>
          <a:prstGeom prst="roundRect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0" y="-274320"/>
            <a:ext cx="2743200" cy="2743200"/>
          </a:xfrm>
          <a:prstGeom prst="roundRect">
            <a:avLst/>
          </a:prstGeom>
          <a:solidFill>
            <a:srgbClr val="1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502920" y="4160520"/>
            <a:ext cx="3200400" cy="3200400"/>
          </a:xfrm>
          <a:prstGeom prst="ellipse">
            <a:avLst/>
          </a:prstGeom>
          <a:solidFill>
            <a:srgbClr val="1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89920" y="4572000"/>
            <a:ext cx="1828800" cy="1828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188720"/>
            <a:ext cx="50292" cy="43891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1188720"/>
            <a:ext cx="36576" cy="4389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FF6A00"/>
                </a:solidFill>
              </a:rPr>
              <a:t>MERCI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Ce projet m'a permis de maîtriser l'intégralité d'une stack web moderne :</a:t>
            </a:r>
          </a:p>
        </p:txBody>
      </p:sp>
      <p:sp>
        <p:nvSpPr>
          <p:cNvPr id="20" name="Oval 19"/>
          <p:cNvSpPr/>
          <p:nvPr/>
        </p:nvSpPr>
        <p:spPr>
          <a:xfrm>
            <a:off x="937259" y="336042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5584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SPA complète sans framework — HTML / CSS / JS pur</a:t>
            </a:r>
          </a:p>
        </p:txBody>
      </p:sp>
      <p:sp>
        <p:nvSpPr>
          <p:cNvPr id="23" name="Oval 22"/>
          <p:cNvSpPr/>
          <p:nvPr/>
        </p:nvSpPr>
        <p:spPr>
          <a:xfrm>
            <a:off x="937259" y="3927348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2277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904487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Backend REST avec Node.js + Express + MongoDB</a:t>
            </a:r>
          </a:p>
        </p:txBody>
      </p:sp>
      <p:sp>
        <p:nvSpPr>
          <p:cNvPr id="26" name="Oval 25"/>
          <p:cNvSpPr/>
          <p:nvPr/>
        </p:nvSpPr>
        <p:spPr>
          <a:xfrm>
            <a:off x="937259" y="4494276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8970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47141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Bot IA multi-mode avec logique de simulation réaliste</a:t>
            </a:r>
          </a:p>
        </p:txBody>
      </p:sp>
      <p:sp>
        <p:nvSpPr>
          <p:cNvPr id="29" name="Oval 28"/>
          <p:cNvSpPr/>
          <p:nvPr/>
        </p:nvSpPr>
        <p:spPr>
          <a:xfrm>
            <a:off x="937259" y="5061204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056631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0383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PWA avec Service Worker, offline et manifest</a:t>
            </a:r>
          </a:p>
        </p:txBody>
      </p:sp>
      <p:sp>
        <p:nvSpPr>
          <p:cNvPr id="32" name="Oval 31"/>
          <p:cNvSpPr/>
          <p:nvPr/>
        </p:nvSpPr>
        <p:spPr>
          <a:xfrm>
            <a:off x="937259" y="5628132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235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6052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UX premium : drag &amp; drop, sélecteurs ml, programme Elite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4008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6A00"/>
                </a:solidFill>
              </a:rPr>
              <a:t>SLM Market  ✦  Projet étudiant Full-Stack  ✦  2024–2025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